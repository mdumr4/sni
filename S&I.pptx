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5D730-31BB-4D77-B4CA-39409B866AF4}" v="1" dt="2025-08-14T16:31:07.707"/>
    <p1510:client id="{7FEE63E6-2387-4DEC-876D-00E557D123D6}" v="13" dt="2025-08-14T15:16:05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D3BC5-2566-0DA3-4BC8-831640265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BA699-2DE0-A335-5CDE-8E9404250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BED5C-13D4-C492-5E5D-C3419177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37B9A-93D9-ADCB-EE13-14594B61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B2997-4B2F-9243-BE95-0FA7B5A5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2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1F99-2672-9FBB-F75D-BDC49A258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E63FB-82D6-089E-55CB-6B20E2EAE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BC402-3ED2-375C-79A4-81C610CC1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6BC60-B4B0-48F4-9DCB-B74BC127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0DB3F-E308-C713-EFC8-4A048960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634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B4F5B-EFA3-EFF3-5D81-D7F094C5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CAF06-9DF0-9C1A-AC31-B9FA8F15F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C18AF-F10D-6724-E301-F635E1F72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4579D-5A8E-C931-EFCB-9CF6C76E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B8D15-D089-4958-67C3-1B06D4FB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88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593-A639-7233-EDDC-C80AF873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8A974-CD2E-EA0B-8B05-FE594379B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E0714-D8BF-6078-3E80-987D22BAD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DFF61-27F1-445C-3E23-F3C88098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2A7C0-7A46-B90F-31DC-1FFDAAB3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DBB7B-71D8-D0F6-D7BA-81491077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6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177A-A09D-923B-2B16-5AF4FC48E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7D04B-AE6E-A4D3-FB8A-FCB6E0010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1E45B-5CA9-BB0C-C392-CB3B2BE1B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7138E-4F2F-71BA-9E0C-4E885B2A5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3062B-5EFF-F8A9-14A0-405BA485E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75E77-A847-C7CF-B8B2-F0E06015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CD3E4-63C5-BB3C-9C53-B6C224D4E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D6CDE-0407-3F0A-A21A-5E8383F0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01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2EC38-3EB3-7588-ED9B-442C02DE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08C9D-EE82-FCA8-7F27-A897F120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DB63D-4B3B-CB28-D352-FBE3A50ED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0D539-C90F-80B1-345F-1A08B805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78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5E4D5-FCCF-58D6-B047-32757C34B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DB9270-FF9A-74C7-E9DE-9F5C2DFA1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EE646-E7E7-3304-9F0D-806A05C2C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51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47A2-957A-711C-D445-063435E37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A1E14-FC51-77A5-E9D6-8BD11490B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42D313-6C28-DF7B-EA26-154E74AD9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5BF86-463C-4F8A-E2D1-4FFF40A96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E87AA-B1E1-6916-34B5-02BB8EE6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6CE56-C3EE-B7A0-A03F-78E351E7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864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B78-514B-A9C6-1961-D89915A1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77708-DF29-9F7E-59CF-6EECA9361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45A34-8168-F0BB-DEF0-2A24EBA7B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CB467-2877-A762-8F8F-6653B76DB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6494D-42A3-2FEF-C632-16D9B0E2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F9318-72AC-1F8A-5ADA-8E351AE0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69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B932-ECD6-BAD5-76E3-711BFA64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D2F16-747A-35C8-9D93-5FE65BDD6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A94E6-C7CA-1257-F269-4205C352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A95C9-9E3F-F8C1-8F4F-69F99EA5E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AD2D-E253-F498-7D4A-634FAAAA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83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68858-13C0-7813-EA56-F95164A46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22A92-1E87-79E5-A61C-1D79D2F28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75CD1-6B85-9017-443B-E934EF58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F94F8-188C-14F3-1D1D-932E8771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04276-D120-3E02-A00B-B79FF3BF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412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51EF7-C91A-C6A9-C167-54C496B44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3F68F-3546-CF70-2502-454199065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0BAD8-5C4E-E0FC-811C-726DF4568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9D5F1-7FEA-4025-ADFA-A787A9AB628C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C9049-F020-8F75-B9C2-F130EF9C6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778C0-91C9-67B7-4ECD-20C253787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67F6-F063-44BA-A4FA-1476E0C4E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43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6C34F-E396-16D7-694D-1F9387653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77715-BC80-4DE9-AD05-05B049A511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D73E2-EE42-26FF-95ED-32527F3FD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2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E167F-D552-1932-DE39-FD763AB8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FFD546-F289-7117-28D1-23394A656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33"/>
            <a:ext cx="12192000" cy="68488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7440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CEAD-038A-9E24-10DB-999FD4DC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B7BC50-5C9E-8592-B178-78846866D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93593" cy="6858000"/>
          </a:xfrm>
        </p:spPr>
      </p:pic>
    </p:spTree>
    <p:extLst>
      <p:ext uri="{BB962C8B-B14F-4D97-AF65-F5344CB8AC3E}">
        <p14:creationId xmlns:p14="http://schemas.microsoft.com/office/powerpoint/2010/main" val="382583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F986-66AB-C2FC-7C37-36D39D2B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8054F4-6A19-BE80-0D36-8171B798B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" y="2781"/>
            <a:ext cx="12192000" cy="6855220"/>
          </a:xfrm>
        </p:spPr>
      </p:pic>
    </p:spTree>
    <p:extLst>
      <p:ext uri="{BB962C8B-B14F-4D97-AF65-F5344CB8AC3E}">
        <p14:creationId xmlns:p14="http://schemas.microsoft.com/office/powerpoint/2010/main" val="119943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FBA5-F53C-2313-301A-4444230A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A481A9-8A5E-E9A5-9639-6A2C0EE6E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8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E9E9A-52E7-1E24-16D7-DEC5FC5D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E790C1-0A92-04EA-0E18-58CBCB42D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6" y="0"/>
            <a:ext cx="12174123" cy="6774426"/>
          </a:xfrm>
        </p:spPr>
      </p:pic>
    </p:spTree>
    <p:extLst>
      <p:ext uri="{BB962C8B-B14F-4D97-AF65-F5344CB8AC3E}">
        <p14:creationId xmlns:p14="http://schemas.microsoft.com/office/powerpoint/2010/main" val="735560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E089-B794-00D2-E189-E1907259A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21B4F5-1D3A-C52E-4FD4-BF15B67AE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6942" cy="6858000"/>
          </a:xfrm>
        </p:spPr>
      </p:pic>
    </p:spTree>
    <p:extLst>
      <p:ext uri="{BB962C8B-B14F-4D97-AF65-F5344CB8AC3E}">
        <p14:creationId xmlns:p14="http://schemas.microsoft.com/office/powerpoint/2010/main" val="163266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 khan</dc:creator>
  <cp:lastModifiedBy>Mohammed Umar</cp:lastModifiedBy>
  <cp:revision>2</cp:revision>
  <dcterms:created xsi:type="dcterms:W3CDTF">2025-08-14T13:24:59Z</dcterms:created>
  <dcterms:modified xsi:type="dcterms:W3CDTF">2025-08-14T17:52:00Z</dcterms:modified>
</cp:coreProperties>
</file>